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97F560A-7F72-4320-BBFF-1A51A1278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377" y="1969386"/>
            <a:ext cx="9144000" cy="2387600"/>
          </a:xfrm>
        </p:spPr>
        <p:txBody>
          <a:bodyPr/>
          <a:lstStyle/>
          <a:p>
            <a:r>
              <a:rPr b="1" dirty="0" err="1">
                <a:latin typeface="+mn-lt"/>
              </a:rPr>
              <a:t>Portofolio</a:t>
            </a:r>
            <a:r>
              <a:rPr b="1" dirty="0">
                <a:latin typeface="+mn-lt"/>
              </a:rPr>
              <a:t> Campaign Analytics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492FCE44-A088-4DD7-8176-C68C086A7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04A0BE1B-DAFB-41D0-AAFD-BB5B84504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ashboard 3">
            <a:extLst>
              <a:ext uri="{FF2B5EF4-FFF2-40B4-BE49-F238E27FC236}">
                <a16:creationId xmlns:a16="http://schemas.microsoft.com/office/drawing/2014/main" id="{9D52C737-E42C-400C-B56E-91E84D4EF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Portofolio Campaign Analytics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Hadi Rahman</cp:lastModifiedBy>
  <cp:revision>1</cp:revision>
  <dcterms:created xsi:type="dcterms:W3CDTF">2026-10-02T13:39:00Z</dcterms:created>
  <dcterms:modified xsi:type="dcterms:W3CDTF">2026-10-02T13:39:53Z</dcterms:modified>
</cp:coreProperties>
</file>